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98F"/>
    <a:srgbClr val="E301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i Edouard TIENO" userId="81e1a7f1-e8f0-43e6-a02e-7fc49457f301" providerId="ADAL" clId="{7CFD5CBE-B5D9-483A-8296-2F3853B384B8}"/>
    <pc:docChg chg="undo redo custSel addSld delSld modSld">
      <pc:chgData name="Bili Edouard TIENO" userId="81e1a7f1-e8f0-43e6-a02e-7fc49457f301" providerId="ADAL" clId="{7CFD5CBE-B5D9-483A-8296-2F3853B384B8}" dt="2026-01-20T09:44:11.069" v="482" actId="47"/>
      <pc:docMkLst>
        <pc:docMk/>
      </pc:docMkLst>
      <pc:sldChg chg="addSp delSp modSp new del mod">
        <pc:chgData name="Bili Edouard TIENO" userId="81e1a7f1-e8f0-43e6-a02e-7fc49457f301" providerId="ADAL" clId="{7CFD5CBE-B5D9-483A-8296-2F3853B384B8}" dt="2026-01-20T09:44:03.652" v="481" actId="47"/>
        <pc:sldMkLst>
          <pc:docMk/>
          <pc:sldMk cId="810500869" sldId="256"/>
        </pc:sldMkLst>
      </pc:sldChg>
      <pc:sldChg chg="addSp delSp modSp add mod modAnim">
        <pc:chgData name="Bili Edouard TIENO" userId="81e1a7f1-e8f0-43e6-a02e-7fc49457f301" providerId="ADAL" clId="{7CFD5CBE-B5D9-483A-8296-2F3853B384B8}" dt="2026-01-20T09:43:52.518" v="480" actId="14100"/>
        <pc:sldMkLst>
          <pc:docMk/>
          <pc:sldMk cId="4138614248" sldId="257"/>
        </pc:sldMkLst>
        <pc:spChg chg="mod">
          <ac:chgData name="Bili Edouard TIENO" userId="81e1a7f1-e8f0-43e6-a02e-7fc49457f301" providerId="ADAL" clId="{7CFD5CBE-B5D9-483A-8296-2F3853B384B8}" dt="2026-01-20T09:43:52.518" v="480" actId="14100"/>
          <ac:spMkLst>
            <pc:docMk/>
            <pc:sldMk cId="4138614248" sldId="257"/>
            <ac:spMk id="14" creationId="{5D66D469-52D4-04F5-F894-46FD0A1581C9}"/>
          </ac:spMkLst>
        </pc:spChg>
        <pc:spChg chg="mod">
          <ac:chgData name="Bili Edouard TIENO" userId="81e1a7f1-e8f0-43e6-a02e-7fc49457f301" providerId="ADAL" clId="{7CFD5CBE-B5D9-483A-8296-2F3853B384B8}" dt="2026-01-20T09:43:46.984" v="478" actId="404"/>
          <ac:spMkLst>
            <pc:docMk/>
            <pc:sldMk cId="4138614248" sldId="257"/>
            <ac:spMk id="28" creationId="{039024FC-BC2B-23CE-82F7-7DE64D33308C}"/>
          </ac:spMkLst>
        </pc:spChg>
        <pc:spChg chg="del">
          <ac:chgData name="Bili Edouard TIENO" userId="81e1a7f1-e8f0-43e6-a02e-7fc49457f301" providerId="ADAL" clId="{7CFD5CBE-B5D9-483A-8296-2F3853B384B8}" dt="2026-01-20T09:43:28.519" v="471" actId="478"/>
          <ac:spMkLst>
            <pc:docMk/>
            <pc:sldMk cId="4138614248" sldId="257"/>
            <ac:spMk id="29" creationId="{5FB4C904-9417-CAD3-C55A-86DEB4421AD6}"/>
          </ac:spMkLst>
        </pc:spChg>
        <pc:picChg chg="del">
          <ac:chgData name="Bili Edouard TIENO" userId="81e1a7f1-e8f0-43e6-a02e-7fc49457f301" providerId="ADAL" clId="{7CFD5CBE-B5D9-483A-8296-2F3853B384B8}" dt="2026-01-20T09:43:33.928" v="473" actId="478"/>
          <ac:picMkLst>
            <pc:docMk/>
            <pc:sldMk cId="4138614248" sldId="257"/>
            <ac:picMk id="2" creationId="{7E0CCBFA-346B-2B33-01CD-0489321BFEF5}"/>
          </ac:picMkLst>
        </pc:picChg>
        <pc:picChg chg="add mod">
          <ac:chgData name="Bili Edouard TIENO" userId="81e1a7f1-e8f0-43e6-a02e-7fc49457f301" providerId="ADAL" clId="{7CFD5CBE-B5D9-483A-8296-2F3853B384B8}" dt="2026-01-20T09:43:29.178" v="472"/>
          <ac:picMkLst>
            <pc:docMk/>
            <pc:sldMk cId="4138614248" sldId="257"/>
            <ac:picMk id="3" creationId="{2319DED9-6FD7-A39F-FDA5-0020A1D507DD}"/>
          </ac:picMkLst>
        </pc:picChg>
      </pc:sldChg>
      <pc:sldChg chg="modSp add del mod">
        <pc:chgData name="Bili Edouard TIENO" userId="81e1a7f1-e8f0-43e6-a02e-7fc49457f301" providerId="ADAL" clId="{7CFD5CBE-B5D9-483A-8296-2F3853B384B8}" dt="2026-01-20T09:44:11.069" v="482" actId="47"/>
        <pc:sldMkLst>
          <pc:docMk/>
          <pc:sldMk cId="3065734132" sldId="258"/>
        </pc:sldMkLst>
      </pc:sldChg>
      <pc:sldChg chg="addSp delSp modSp add del mod modAnim">
        <pc:chgData name="Bili Edouard TIENO" userId="81e1a7f1-e8f0-43e6-a02e-7fc49457f301" providerId="ADAL" clId="{7CFD5CBE-B5D9-483A-8296-2F3853B384B8}" dt="2026-01-20T09:43:11.222" v="470" actId="14100"/>
        <pc:sldMkLst>
          <pc:docMk/>
          <pc:sldMk cId="3678967950" sldId="259"/>
        </pc:sldMkLst>
        <pc:spChg chg="mod">
          <ac:chgData name="Bili Edouard TIENO" userId="81e1a7f1-e8f0-43e6-a02e-7fc49457f301" providerId="ADAL" clId="{7CFD5CBE-B5D9-483A-8296-2F3853B384B8}" dt="2026-01-20T09:43:11.222" v="470" actId="14100"/>
          <ac:spMkLst>
            <pc:docMk/>
            <pc:sldMk cId="3678967950" sldId="259"/>
            <ac:spMk id="14" creationId="{F8D33D98-B593-D17D-83EC-C8BB2D4407F8}"/>
          </ac:spMkLst>
        </pc:spChg>
        <pc:spChg chg="mod">
          <ac:chgData name="Bili Edouard TIENO" userId="81e1a7f1-e8f0-43e6-a02e-7fc49457f301" providerId="ADAL" clId="{7CFD5CBE-B5D9-483A-8296-2F3853B384B8}" dt="2026-01-20T09:42:44.379" v="467" actId="404"/>
          <ac:spMkLst>
            <pc:docMk/>
            <pc:sldMk cId="3678967950" sldId="259"/>
            <ac:spMk id="28" creationId="{C5B4C111-365D-A5D5-EE7A-6DDE9666F172}"/>
          </ac:spMkLst>
        </pc:spChg>
        <pc:spChg chg="del mod">
          <ac:chgData name="Bili Edouard TIENO" userId="81e1a7f1-e8f0-43e6-a02e-7fc49457f301" providerId="ADAL" clId="{7CFD5CBE-B5D9-483A-8296-2F3853B384B8}" dt="2026-01-20T09:42:02.588" v="457" actId="478"/>
          <ac:spMkLst>
            <pc:docMk/>
            <pc:sldMk cId="3678967950" sldId="259"/>
            <ac:spMk id="29" creationId="{6E8E0D82-E15D-103B-88D7-0DF98A5055B1}"/>
          </ac:spMkLst>
        </pc:spChg>
        <pc:picChg chg="del mod">
          <ac:chgData name="Bili Edouard TIENO" userId="81e1a7f1-e8f0-43e6-a02e-7fc49457f301" providerId="ADAL" clId="{7CFD5CBE-B5D9-483A-8296-2F3853B384B8}" dt="2026-01-20T09:43:02.738" v="468" actId="478"/>
          <ac:picMkLst>
            <pc:docMk/>
            <pc:sldMk cId="3678967950" sldId="259"/>
            <ac:picMk id="2" creationId="{627B1E02-064D-5E9B-BF6F-74FD3DB25DE1}"/>
          </ac:picMkLst>
        </pc:picChg>
        <pc:picChg chg="add mod">
          <ac:chgData name="Bili Edouard TIENO" userId="81e1a7f1-e8f0-43e6-a02e-7fc49457f301" providerId="ADAL" clId="{7CFD5CBE-B5D9-483A-8296-2F3853B384B8}" dt="2026-01-20T09:42:20.309" v="462" actId="1440"/>
          <ac:picMkLst>
            <pc:docMk/>
            <pc:sldMk cId="3678967950" sldId="259"/>
            <ac:picMk id="3" creationId="{85B82E73-B113-FA53-344C-4B40F661EB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25B99-A166-887C-F79E-90F96A70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A1E4C4-3C8F-D403-782A-7AF7DE1C1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F01ED7-BFAB-386C-F5F2-C54D05C0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9CDB83-9D4A-3DA3-8582-03092C81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397EFB-6877-D224-A4EF-94F01BDE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02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07F8D-18C0-9B44-7294-B31EC030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124314-4D04-7CC0-FE3D-C3D4C0B78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262B54-C53E-0653-C9C6-97CBFFC8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7D03F-D173-7A26-3F04-C2660641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59200F-F9A1-28C2-3696-0C544C5B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81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6EFC7-F943-0B83-C2FF-C51BA06C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A21C70-C136-3FAF-427E-495A2BCB0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CD2A66-8372-F5E9-CF05-C642E2F3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79F558-5365-1FF3-F6DB-6EF988ED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4412E1-5FCA-6222-9C56-2E731DE2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74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1F742-DF4B-6776-D44E-2CEC9418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61F67B-9B0C-39B7-CFBC-D7D45AB56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277B03-8D1A-03B9-BE0E-421A6E0A9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988BCA-1E28-DBF7-E7C4-D2E50F52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FC28C5-B858-C439-E16C-96D1ED73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F79FCE-4A90-0C85-7161-3DC08F92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93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FCFD9-7D14-2212-CA48-DAED34B4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F59F76-FC2E-3838-3471-FA9867D82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B7035A-C158-1259-237A-9C8C11D83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8262A6-6481-133F-4FA1-D59C5101D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EC291F-49FF-5D8B-0956-F3D364A3A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D29EF4-064A-2D0B-3924-48F0A2D4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AD6643-E297-5E4A-DD91-F1B5C616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2A38CF-3979-2083-0201-07078337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75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51B6F-400C-81B9-EC7F-B4EB7723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D46A68-830D-ED72-0B0F-C9DE0642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6CE8D0-3BC9-FE6A-F929-0C4C8C02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38F1A3-CFED-7447-D330-071775A8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82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D7D2AB-4B2A-B434-C1E7-D78D40D0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39F1F6-2456-ADD2-DCF1-19A7BC39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67379A-2B46-F9F3-C943-73B20928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512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5ADBF-A9D5-693D-FCF7-7F7194F7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FDBE21-4038-B8C7-C860-D1A191EFA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60667F-1944-0CB4-6BED-2B7E77EFD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E6935A-79C2-DBE3-4647-FD74C2EB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788A21-08C9-7B83-600F-35F28ABC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AC084E-751F-50A2-79C2-886DC207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22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9F9D3-7042-A6C5-4B68-EE001323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5040DC-7782-00B5-87FA-22191E193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BB6380-F59A-2E2A-D360-0A2F2D58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99CDC0-0916-7837-6B7D-A3072FC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428B1F-7975-8463-C52F-338BE1C6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610A3D-0968-BD9A-8A9D-F06B6978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11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435AF-4F08-E3F2-909E-07AA659C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8397A5-C6CF-F8FD-B5F4-05D469AEF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065CCC-6CEA-8C9D-A5B9-50B7EAC4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4AEBC-10E7-7A59-4A2A-85628680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45D7BE-54B3-49DC-DCA9-C7B45A2D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95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F00E13-0393-3415-A49E-03D987054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C856AE-B18B-5384-A205-B75D0E386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255CCF-A2F1-C75D-BA4A-5C5B7344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D80BA9-CC70-2096-BE6D-436E0E04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3C8560-959A-6F46-2120-954D978C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58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9260597-535B-278A-2F0D-E67566BF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C23330-2701-E926-0F3E-DB357E6B0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FBCE18-2623-487F-D874-5CCC439ED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82EFE-448F-457F-AC64-076DBAAB382D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BB3F89-AF80-0E86-BFB6-ABF9813BC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2AD1A9-E86D-619F-70D2-27222255D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B351F-D480-42AF-B81A-19FF1FEBEF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50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25E0-81FA-EEAC-C8F1-97500ED7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F153D68-EA2F-7AB4-1335-60950B7E7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83" y="560905"/>
            <a:ext cx="1380067" cy="975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8">
            <a:extLst>
              <a:ext uri="{FF2B5EF4-FFF2-40B4-BE49-F238E27FC236}">
                <a16:creationId xmlns:a16="http://schemas.microsoft.com/office/drawing/2014/main" id="{377F8CC3-ABD2-FE96-BED2-50181BA52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2" t="27779" r="-1" b="28281"/>
          <a:stretch>
            <a:fillRect/>
          </a:stretch>
        </p:blipFill>
        <p:spPr>
          <a:xfrm>
            <a:off x="9361480" y="560904"/>
            <a:ext cx="2100936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147740DB-46DD-9CA7-B369-4619584D4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168" y="2459421"/>
            <a:ext cx="2100936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D66D469-52D4-04F5-F894-46FD0A1581C9}"/>
              </a:ext>
            </a:extLst>
          </p:cNvPr>
          <p:cNvSpPr txBox="1"/>
          <p:nvPr/>
        </p:nvSpPr>
        <p:spPr>
          <a:xfrm>
            <a:off x="7119984" y="5160393"/>
            <a:ext cx="2093861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rgbClr val="0070C0"/>
                </a:solidFill>
                <a:latin typeface="Book Antiqua" panose="02040602050305030304" pitchFamily="18" charset="0"/>
              </a:rPr>
              <a:t>NOVELUS</a:t>
            </a:r>
            <a:endParaRPr lang="fr-FR" dirty="0">
              <a:solidFill>
                <a:srgbClr val="0070C0"/>
              </a:solidFill>
              <a:latin typeface="Book Antiqua" panose="02040602050305030304" pitchFamily="18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499F1C1-3156-930A-4F39-E95292F657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54" y="4423396"/>
            <a:ext cx="3477003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F324B37-94CA-D5F0-0CA6-032D4593EF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3" b="8334"/>
          <a:stretch>
            <a:fillRect/>
          </a:stretch>
        </p:blipFill>
        <p:spPr>
          <a:xfrm>
            <a:off x="922083" y="1807539"/>
            <a:ext cx="1387762" cy="850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2559422D-DDFA-4BFD-BCF7-C1E2486E97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936" y="560904"/>
            <a:ext cx="1651000" cy="1016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039024FC-BC2B-23CE-82F7-7DE64D33308C}"/>
              </a:ext>
            </a:extLst>
          </p:cNvPr>
          <p:cNvSpPr txBox="1"/>
          <p:nvPr/>
        </p:nvSpPr>
        <p:spPr>
          <a:xfrm>
            <a:off x="7180783" y="4376006"/>
            <a:ext cx="203306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11498F"/>
                </a:solidFill>
                <a:latin typeface="Book Antiqua" panose="02040602050305030304" pitchFamily="18" charset="0"/>
              </a:rPr>
              <a:t>ENERGYTIS</a:t>
            </a:r>
            <a:endParaRPr lang="fr-FR" sz="1600" dirty="0">
              <a:solidFill>
                <a:srgbClr val="11498F"/>
              </a:solidFill>
              <a:latin typeface="Book Antiqua" panose="02040602050305030304" pitchFamily="18" charset="0"/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65589FD3-6CBA-0CCF-A6C7-D1CB6CC145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754" y="4357938"/>
            <a:ext cx="1744349" cy="1002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9" name="Image 1598091032">
            <a:extLst>
              <a:ext uri="{FF2B5EF4-FFF2-40B4-BE49-F238E27FC236}">
                <a16:creationId xmlns:a16="http://schemas.microsoft.com/office/drawing/2014/main" id="{46B8DBA6-F39B-E21E-5EDD-5219FC2D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796" y="1807539"/>
            <a:ext cx="1456267" cy="850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37412B6F-0A62-E4BD-DD50-12944ACDA8AA}"/>
              </a:ext>
            </a:extLst>
          </p:cNvPr>
          <p:cNvGrpSpPr/>
          <p:nvPr/>
        </p:nvGrpSpPr>
        <p:grpSpPr>
          <a:xfrm>
            <a:off x="4866213" y="417455"/>
            <a:ext cx="1659470" cy="1368937"/>
            <a:chOff x="6997707" y="206651"/>
            <a:chExt cx="1659470" cy="1368937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9750999-063A-D469-ACCF-FBDD0B60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6276"/>
            <a:stretch>
              <a:fillRect/>
            </a:stretch>
          </p:blipFill>
          <p:spPr>
            <a:xfrm>
              <a:off x="6997707" y="560905"/>
              <a:ext cx="1651000" cy="10146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9A9DBF13-262B-6E66-57A2-2B70F4AB940B}"/>
                </a:ext>
              </a:extLst>
            </p:cNvPr>
            <p:cNvSpPr txBox="1"/>
            <p:nvPr/>
          </p:nvSpPr>
          <p:spPr>
            <a:xfrm>
              <a:off x="6997707" y="206651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IARD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F409027F-516A-E1A0-415B-D819E2E443E1}"/>
              </a:ext>
            </a:extLst>
          </p:cNvPr>
          <p:cNvGrpSpPr/>
          <p:nvPr/>
        </p:nvGrpSpPr>
        <p:grpSpPr>
          <a:xfrm>
            <a:off x="7180783" y="430979"/>
            <a:ext cx="1667941" cy="1399608"/>
            <a:chOff x="6989236" y="1917548"/>
            <a:chExt cx="1667941" cy="1399608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071A63DC-62BD-ADAA-D259-EE2AA274D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6276"/>
            <a:stretch>
              <a:fillRect/>
            </a:stretch>
          </p:blipFill>
          <p:spPr>
            <a:xfrm>
              <a:off x="6989236" y="2302473"/>
              <a:ext cx="1651000" cy="10146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1FCFCBC3-0074-1DDC-A1EC-AFCFC4EB5B48}"/>
                </a:ext>
              </a:extLst>
            </p:cNvPr>
            <p:cNvSpPr txBox="1"/>
            <p:nvPr/>
          </p:nvSpPr>
          <p:spPr>
            <a:xfrm>
              <a:off x="6997707" y="1917548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VIE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D8CBD3E1-4F26-D13A-9B63-903345B948DF}"/>
              </a:ext>
            </a:extLst>
          </p:cNvPr>
          <p:cNvGrpSpPr/>
          <p:nvPr/>
        </p:nvGrpSpPr>
        <p:grpSpPr>
          <a:xfrm>
            <a:off x="4866213" y="2220384"/>
            <a:ext cx="1659470" cy="1447037"/>
            <a:chOff x="6976530" y="3623447"/>
            <a:chExt cx="1659470" cy="144703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237FDBE-9DEB-10EA-F0D9-421F1D983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89236" y="4013370"/>
              <a:ext cx="1634059" cy="10571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CA36D139-D8C2-76B5-1190-12837ED653AD}"/>
                </a:ext>
              </a:extLst>
            </p:cNvPr>
            <p:cNvSpPr txBox="1"/>
            <p:nvPr/>
          </p:nvSpPr>
          <p:spPr>
            <a:xfrm>
              <a:off x="6976530" y="3623447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IARD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A982BCF-AC3C-7B3C-69F3-B925CF6CAE91}"/>
              </a:ext>
            </a:extLst>
          </p:cNvPr>
          <p:cNvGrpSpPr/>
          <p:nvPr/>
        </p:nvGrpSpPr>
        <p:grpSpPr>
          <a:xfrm>
            <a:off x="7199830" y="2220384"/>
            <a:ext cx="1659470" cy="1407350"/>
            <a:chOff x="6997707" y="5306666"/>
            <a:chExt cx="1659470" cy="1407350"/>
          </a:xfrm>
        </p:grpSpPr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237812AE-8B30-86D4-FD17-5121F11BF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01941" y="5656902"/>
              <a:ext cx="1634059" cy="10571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873B1500-3E78-2144-1112-1492125EF0D2}"/>
                </a:ext>
              </a:extLst>
            </p:cNvPr>
            <p:cNvSpPr txBox="1"/>
            <p:nvPr/>
          </p:nvSpPr>
          <p:spPr>
            <a:xfrm>
              <a:off x="6997707" y="5306666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VIE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FA14E486-DC7F-9AE5-2F6D-E0193DFD992E}"/>
              </a:ext>
            </a:extLst>
          </p:cNvPr>
          <p:cNvGrpSpPr/>
          <p:nvPr/>
        </p:nvGrpSpPr>
        <p:grpSpPr>
          <a:xfrm>
            <a:off x="874487" y="2892896"/>
            <a:ext cx="1659470" cy="1341479"/>
            <a:chOff x="874487" y="2892896"/>
            <a:chExt cx="1659470" cy="1341479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E6422E80-F160-B655-6C84-E060B503547B}"/>
                </a:ext>
              </a:extLst>
            </p:cNvPr>
            <p:cNvPicPr/>
            <p:nvPr/>
          </p:nvPicPr>
          <p:blipFill>
            <a:blip r:embed="rId12" cstate="print"/>
            <a:srcRect l="4793" t="21653" r="4463" b="21322"/>
            <a:stretch>
              <a:fillRect/>
            </a:stretch>
          </p:blipFill>
          <p:spPr bwMode="auto">
            <a:xfrm>
              <a:off x="874487" y="3258728"/>
              <a:ext cx="1634060" cy="9756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33D961E6-1E4E-0EE5-DB60-6F5FFAE5C01A}"/>
                </a:ext>
              </a:extLst>
            </p:cNvPr>
            <p:cNvSpPr txBox="1"/>
            <p:nvPr/>
          </p:nvSpPr>
          <p:spPr>
            <a:xfrm>
              <a:off x="874487" y="2892896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BURKINA FASO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D00F621-AE58-C211-AD45-9C326E3198E6}"/>
              </a:ext>
            </a:extLst>
          </p:cNvPr>
          <p:cNvGrpSpPr/>
          <p:nvPr/>
        </p:nvGrpSpPr>
        <p:grpSpPr>
          <a:xfrm>
            <a:off x="2638171" y="2902608"/>
            <a:ext cx="1659470" cy="1331767"/>
            <a:chOff x="2638171" y="2902608"/>
            <a:chExt cx="1659470" cy="1331767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EDAADA3C-7F27-CA92-F57C-14BA7121C02A}"/>
                </a:ext>
              </a:extLst>
            </p:cNvPr>
            <p:cNvPicPr/>
            <p:nvPr/>
          </p:nvPicPr>
          <p:blipFill>
            <a:blip r:embed="rId12" cstate="print"/>
            <a:srcRect l="4793" t="21653" r="4463" b="21322"/>
            <a:stretch>
              <a:fillRect/>
            </a:stretch>
          </p:blipFill>
          <p:spPr bwMode="auto">
            <a:xfrm>
              <a:off x="2650876" y="3258728"/>
              <a:ext cx="1634060" cy="9756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1803025A-71E0-5FC2-6650-3E48110FECBA}"/>
                </a:ext>
              </a:extLst>
            </p:cNvPr>
            <p:cNvSpPr txBox="1"/>
            <p:nvPr/>
          </p:nvSpPr>
          <p:spPr>
            <a:xfrm>
              <a:off x="2638171" y="2902608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CÔTE D’IVOIRE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2319DED9-6FD7-A39F-FDA5-0020A1D507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213" y="3943948"/>
            <a:ext cx="1634059" cy="1634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861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4CFB-BBFF-2BE7-1926-55C17E0A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8EFCF64-B442-D73C-14BD-D42D2ECEE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83" y="560905"/>
            <a:ext cx="1380067" cy="975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8">
            <a:extLst>
              <a:ext uri="{FF2B5EF4-FFF2-40B4-BE49-F238E27FC236}">
                <a16:creationId xmlns:a16="http://schemas.microsoft.com/office/drawing/2014/main" id="{89300635-4662-18B0-3102-BF6BBAC31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2" t="27779" r="-1" b="28281"/>
          <a:stretch>
            <a:fillRect/>
          </a:stretch>
        </p:blipFill>
        <p:spPr>
          <a:xfrm>
            <a:off x="9361480" y="560904"/>
            <a:ext cx="2100936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BF6F26B3-581B-6A23-18BC-469E3B0E3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168" y="2459421"/>
            <a:ext cx="2100936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8D33D98-B593-D17D-83EC-C8BB2D4407F8}"/>
              </a:ext>
            </a:extLst>
          </p:cNvPr>
          <p:cNvSpPr txBox="1"/>
          <p:nvPr/>
        </p:nvSpPr>
        <p:spPr>
          <a:xfrm>
            <a:off x="7119984" y="5177897"/>
            <a:ext cx="2093861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rgbClr val="0070C0"/>
                </a:solidFill>
                <a:latin typeface="Book Antiqua" panose="02040602050305030304" pitchFamily="18" charset="0"/>
              </a:rPr>
              <a:t>NOVELUS</a:t>
            </a:r>
            <a:endParaRPr lang="fr-FR" dirty="0">
              <a:solidFill>
                <a:srgbClr val="0070C0"/>
              </a:solidFill>
              <a:latin typeface="Book Antiqua" panose="02040602050305030304" pitchFamily="18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DF4520A-DA19-2CA2-2859-EEF0426F4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54" y="4423396"/>
            <a:ext cx="3477003" cy="975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9F88122-9272-28FE-AAAB-9C64E8454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3" b="8334"/>
          <a:stretch>
            <a:fillRect/>
          </a:stretch>
        </p:blipFill>
        <p:spPr>
          <a:xfrm>
            <a:off x="922083" y="1807539"/>
            <a:ext cx="1387762" cy="850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08C085F-1211-6790-F61A-3AF90F422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936" y="560904"/>
            <a:ext cx="1651000" cy="1016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C5B4C111-365D-A5D5-EE7A-6DDE9666F172}"/>
              </a:ext>
            </a:extLst>
          </p:cNvPr>
          <p:cNvSpPr txBox="1"/>
          <p:nvPr/>
        </p:nvSpPr>
        <p:spPr>
          <a:xfrm>
            <a:off x="7180783" y="4376006"/>
            <a:ext cx="2033063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11498F"/>
                </a:solidFill>
                <a:latin typeface="Book Antiqua" panose="02040602050305030304" pitchFamily="18" charset="0"/>
              </a:rPr>
              <a:t>ENERGYTIS</a:t>
            </a:r>
            <a:endParaRPr lang="fr-FR" sz="1600" dirty="0">
              <a:solidFill>
                <a:srgbClr val="11498F"/>
              </a:solidFill>
              <a:latin typeface="Book Antiqua" panose="02040602050305030304" pitchFamily="18" charset="0"/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581C57B5-F6B4-D59A-E0CE-0D1213A663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754" y="4357938"/>
            <a:ext cx="1744349" cy="1002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9" name="Image 1598091032">
            <a:extLst>
              <a:ext uri="{FF2B5EF4-FFF2-40B4-BE49-F238E27FC236}">
                <a16:creationId xmlns:a16="http://schemas.microsoft.com/office/drawing/2014/main" id="{478EF9A6-82A5-2653-03CD-689EA3C0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796" y="1807539"/>
            <a:ext cx="1456267" cy="850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6F565A17-D408-B8CF-DEA6-E63A3FB8BB85}"/>
              </a:ext>
            </a:extLst>
          </p:cNvPr>
          <p:cNvGrpSpPr/>
          <p:nvPr/>
        </p:nvGrpSpPr>
        <p:grpSpPr>
          <a:xfrm>
            <a:off x="4866213" y="417455"/>
            <a:ext cx="1659470" cy="1368937"/>
            <a:chOff x="6997707" y="206651"/>
            <a:chExt cx="1659470" cy="1368937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38131E0-5BFA-A6A5-D157-875CF1F71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6276"/>
            <a:stretch>
              <a:fillRect/>
            </a:stretch>
          </p:blipFill>
          <p:spPr>
            <a:xfrm>
              <a:off x="6997707" y="560905"/>
              <a:ext cx="1651000" cy="10146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B7207F65-6E59-8842-A247-941CC5378427}"/>
                </a:ext>
              </a:extLst>
            </p:cNvPr>
            <p:cNvSpPr txBox="1"/>
            <p:nvPr/>
          </p:nvSpPr>
          <p:spPr>
            <a:xfrm>
              <a:off x="6997707" y="206651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IARD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E32719F-B70F-3D30-14D0-EF0CA0BA863A}"/>
              </a:ext>
            </a:extLst>
          </p:cNvPr>
          <p:cNvGrpSpPr/>
          <p:nvPr/>
        </p:nvGrpSpPr>
        <p:grpSpPr>
          <a:xfrm>
            <a:off x="7180783" y="430979"/>
            <a:ext cx="1667941" cy="1399608"/>
            <a:chOff x="6989236" y="1917548"/>
            <a:chExt cx="1667941" cy="1399608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50B50953-E707-67B3-979B-89646D07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6276"/>
            <a:stretch>
              <a:fillRect/>
            </a:stretch>
          </p:blipFill>
          <p:spPr>
            <a:xfrm>
              <a:off x="6989236" y="2302473"/>
              <a:ext cx="1651000" cy="10146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1990870-7223-B424-2B33-C3F853AA6F34}"/>
                </a:ext>
              </a:extLst>
            </p:cNvPr>
            <p:cNvSpPr txBox="1"/>
            <p:nvPr/>
          </p:nvSpPr>
          <p:spPr>
            <a:xfrm>
              <a:off x="6997707" y="1917548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VIE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676285A5-5F35-7A14-7BFC-CD50B16BDD8D}"/>
              </a:ext>
            </a:extLst>
          </p:cNvPr>
          <p:cNvGrpSpPr/>
          <p:nvPr/>
        </p:nvGrpSpPr>
        <p:grpSpPr>
          <a:xfrm>
            <a:off x="4866213" y="2220384"/>
            <a:ext cx="1659470" cy="1447037"/>
            <a:chOff x="6976530" y="3623447"/>
            <a:chExt cx="1659470" cy="144703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84FB45B-22C8-4772-FC11-22D6DA5DB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89236" y="4013370"/>
              <a:ext cx="1634059" cy="10571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F058B86F-67AF-423F-334A-41A75FCA38F9}"/>
                </a:ext>
              </a:extLst>
            </p:cNvPr>
            <p:cNvSpPr txBox="1"/>
            <p:nvPr/>
          </p:nvSpPr>
          <p:spPr>
            <a:xfrm>
              <a:off x="6976530" y="3623447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IARD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5821FA96-216C-D00B-713D-D515550838F9}"/>
              </a:ext>
            </a:extLst>
          </p:cNvPr>
          <p:cNvGrpSpPr/>
          <p:nvPr/>
        </p:nvGrpSpPr>
        <p:grpSpPr>
          <a:xfrm>
            <a:off x="7199830" y="2220384"/>
            <a:ext cx="1659470" cy="1407350"/>
            <a:chOff x="6997707" y="5306666"/>
            <a:chExt cx="1659470" cy="1407350"/>
          </a:xfrm>
        </p:grpSpPr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E1A5E08F-C138-2235-82F2-3F0FCBC21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01941" y="5656902"/>
              <a:ext cx="1634059" cy="10571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E6FAC58A-D0B3-6C22-1B93-5CCFB867F03E}"/>
                </a:ext>
              </a:extLst>
            </p:cNvPr>
            <p:cNvSpPr txBox="1"/>
            <p:nvPr/>
          </p:nvSpPr>
          <p:spPr>
            <a:xfrm>
              <a:off x="6997707" y="5306666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VIE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0E9714A0-C373-93DC-AB70-39ED3DA4D880}"/>
              </a:ext>
            </a:extLst>
          </p:cNvPr>
          <p:cNvGrpSpPr/>
          <p:nvPr/>
        </p:nvGrpSpPr>
        <p:grpSpPr>
          <a:xfrm>
            <a:off x="874487" y="2892896"/>
            <a:ext cx="1659470" cy="1341479"/>
            <a:chOff x="874487" y="2892896"/>
            <a:chExt cx="1659470" cy="1341479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FC145DC5-B0B4-7A0C-5088-5B4D9C9A42F2}"/>
                </a:ext>
              </a:extLst>
            </p:cNvPr>
            <p:cNvPicPr/>
            <p:nvPr/>
          </p:nvPicPr>
          <p:blipFill>
            <a:blip r:embed="rId12" cstate="print"/>
            <a:srcRect l="4793" t="21653" r="4463" b="21322"/>
            <a:stretch>
              <a:fillRect/>
            </a:stretch>
          </p:blipFill>
          <p:spPr bwMode="auto">
            <a:xfrm>
              <a:off x="874487" y="3258728"/>
              <a:ext cx="1634060" cy="9756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1DA620E-097C-A4EF-CAC5-AD56427522E6}"/>
                </a:ext>
              </a:extLst>
            </p:cNvPr>
            <p:cNvSpPr txBox="1"/>
            <p:nvPr/>
          </p:nvSpPr>
          <p:spPr>
            <a:xfrm>
              <a:off x="874487" y="2892896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BURKINA FASO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08A6C87-A0C3-147D-E422-82F77F0C91DC}"/>
              </a:ext>
            </a:extLst>
          </p:cNvPr>
          <p:cNvGrpSpPr/>
          <p:nvPr/>
        </p:nvGrpSpPr>
        <p:grpSpPr>
          <a:xfrm>
            <a:off x="2638171" y="2902608"/>
            <a:ext cx="1659470" cy="1331767"/>
            <a:chOff x="2638171" y="2902608"/>
            <a:chExt cx="1659470" cy="1331767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F956A0B-BF44-5E29-7F26-AAF1AF1CF97D}"/>
                </a:ext>
              </a:extLst>
            </p:cNvPr>
            <p:cNvPicPr/>
            <p:nvPr/>
          </p:nvPicPr>
          <p:blipFill>
            <a:blip r:embed="rId12" cstate="print"/>
            <a:srcRect l="4793" t="21653" r="4463" b="21322"/>
            <a:stretch>
              <a:fillRect/>
            </a:stretch>
          </p:blipFill>
          <p:spPr bwMode="auto">
            <a:xfrm>
              <a:off x="2650876" y="3258728"/>
              <a:ext cx="1634060" cy="9756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36D2212-A438-78FD-F5DC-9817236114C2}"/>
                </a:ext>
              </a:extLst>
            </p:cNvPr>
            <p:cNvSpPr txBox="1"/>
            <p:nvPr/>
          </p:nvSpPr>
          <p:spPr>
            <a:xfrm>
              <a:off x="2638171" y="2902608"/>
              <a:ext cx="165947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>
                  <a:solidFill>
                    <a:srgbClr val="E30118"/>
                  </a:solidFill>
                  <a:latin typeface="Book Antiqua" panose="02040602050305030304" pitchFamily="18" charset="0"/>
                </a:rPr>
                <a:t>CÔTE D’IVOIRE</a:t>
              </a:r>
              <a:endParaRPr lang="fr-FR" dirty="0">
                <a:solidFill>
                  <a:srgbClr val="E30118"/>
                </a:solidFill>
                <a:latin typeface="Book Antiqua" panose="02040602050305030304" pitchFamily="18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85B82E73-B113-FA53-344C-4B40F661EB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213" y="3943948"/>
            <a:ext cx="1634059" cy="1634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89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20</Words>
  <Application>Microsoft Office PowerPoint</Application>
  <PresentationFormat>Grand écran</PresentationFormat>
  <Paragraphs>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Bili Edouard TIENO</dc:creator>
  <cp:lastModifiedBy>Bili Edouard TIENO</cp:lastModifiedBy>
  <cp:revision>1</cp:revision>
  <dcterms:created xsi:type="dcterms:W3CDTF">2025-10-13T14:41:09Z</dcterms:created>
  <dcterms:modified xsi:type="dcterms:W3CDTF">2026-01-20T09:44:16Z</dcterms:modified>
</cp:coreProperties>
</file>